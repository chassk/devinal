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3246120"/>
            <a:ext cx="2926080" cy="50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</a:rPr>
              <a:t>邮件 AI 工具（桌面端）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DD7EE"/>
                </a:solidFill>
                <a:latin typeface="Microsoft YaHei"/>
              </a:rPr>
              <a:t>八大核心功能方案介绍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功能总览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94960" cy="11430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F4E79"/>
                </a:solidFill>
                <a:latin typeface="Microsoft YaHei"/>
              </a:rPr>
              <a:t>1. 工作周报总结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1371600"/>
            <a:ext cx="5394960" cy="11430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F4E79"/>
                </a:solidFill>
                <a:latin typeface="Microsoft YaHei"/>
              </a:rPr>
              <a:t>2. 邮件课题整理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97480"/>
            <a:ext cx="5394960" cy="11430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F4E79"/>
                </a:solidFill>
                <a:latin typeface="Microsoft YaHei"/>
              </a:rPr>
              <a:t>3. 邮件内容 → 撰写 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2697480"/>
            <a:ext cx="5394960" cy="11430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F4E79"/>
                </a:solidFill>
                <a:latin typeface="Microsoft YaHei"/>
              </a:rPr>
              <a:t>4. 异常邮件 → AI 介入品质调查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023360"/>
            <a:ext cx="5394960" cy="11430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F4E79"/>
                </a:solidFill>
                <a:latin typeface="Microsoft YaHei"/>
              </a:rPr>
              <a:t>5. AI 分析/调查后主动发邮件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4023360"/>
            <a:ext cx="5394960" cy="11430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F4E79"/>
                </a:solidFill>
                <a:latin typeface="Microsoft YaHei"/>
              </a:rPr>
              <a:t>6. 定时网页抓取 → 邮件共享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349240"/>
            <a:ext cx="5394960" cy="11430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F4E79"/>
                </a:solidFill>
                <a:latin typeface="Microsoft YaHei"/>
              </a:rPr>
              <a:t>7. 日程生成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349240"/>
            <a:ext cx="5394960" cy="11430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F4E79"/>
                </a:solidFill>
                <a:latin typeface="Microsoft YaHei"/>
              </a:rPr>
              <a:t>8. 审批信息总结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1. 工作周报总结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9728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YaHei"/>
              </a:rPr>
              <a:t>业务场景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109728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595959"/>
                </a:solidFill>
                <a:latin typeface="Microsoft YaHei"/>
              </a:rPr>
              <a:t>读取一周邮件，自动汇总关键事项，公共账号发送邮件给自己，自己再发送给上司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29000"/>
            <a:ext cx="109728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YaHei"/>
              </a:rPr>
              <a:t>功能实现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1.  分析用户的需求信息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2.  根据用户需求，AI 通过 RAG 找到对应的邮件信息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3.  AI 总结邮件信息，确认用户是否需要用对应模板进行编写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4.  用户进行确认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5.  发送给对应用户的邮箱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2. 邮件课题整理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9728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YaHei"/>
              </a:rPr>
              <a:t>业务场景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109728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595959"/>
                </a:solidFill>
                <a:latin typeface="Microsoft YaHei"/>
              </a:rPr>
              <a:t>从邮件中获取课题/待办/负责人，汇总成课题清单 Excel 导出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29000"/>
            <a:ext cx="109728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YaHei"/>
              </a:rPr>
              <a:t>功能实现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1.  AI 从知识库里提取课题/待办/负责人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2.  总结内容，回复给用户确认内容，再确认模板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3.  生成 Excel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3. 邮件内容 → 撰写 PPT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9728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YaHei"/>
              </a:rPr>
              <a:t>业务场景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109728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595959"/>
                </a:solidFill>
                <a:latin typeface="Microsoft YaHei"/>
              </a:rPr>
              <a:t>根据邮件内容与附件，自动生成汇报 PPT 导出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29000"/>
            <a:ext cx="109728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YaHei"/>
              </a:rPr>
              <a:t>功能实现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1.  AI 从知识库里提取课题/待办/负责人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2.  总结内容，回复给用户确认内容，再确认模板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3.  生成 PPT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4. 异常邮件 → AI 介入品质调查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9728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YaHei"/>
              </a:rPr>
              <a:t>业务场景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109728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595959"/>
                </a:solidFill>
                <a:latin typeface="Microsoft YaHei"/>
              </a:rPr>
              <a:t>收到异常/投诉邮件，AI 自动检索知识库，把调查结果邮件给自己，再发送给对应担当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29000"/>
            <a:ext cx="109728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YaHei"/>
              </a:rPr>
              <a:t>功能实现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1.  用户提出检索异常/投诉的邮件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2.  AI 进行分析、检索邮件并总结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3.  给用户确认后，发送给对应的担当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5. AI 分析/调查后主动发邮件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9728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YaHei"/>
              </a:rPr>
              <a:t>业务场景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109728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595959"/>
                </a:solidFill>
                <a:latin typeface="Microsoft YaHei"/>
              </a:rPr>
              <a:t>自动撰写回复/报告分发，并主动发送文件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29000"/>
            <a:ext cx="109728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YaHei"/>
              </a:rPr>
              <a:t>功能实现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1.  根据用户获取对应的邮件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2.  让 AI 根据邮件生成回复信息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3.  给用户确认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6. 定时网页抓取 → 邮件共享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9728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YaHei"/>
              </a:rPr>
              <a:t>业务场景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109728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595959"/>
                </a:solidFill>
                <a:latin typeface="Microsoft YaHei"/>
              </a:rPr>
              <a:t>定时监控网页（法律法规更新、制造业务品质证书/认证公告等），发送给对应担当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29000"/>
            <a:ext cx="109728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YaHei"/>
              </a:rPr>
              <a:t>功能实现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1.  设置定时时间、定时的网站、发送担当邮件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2.  定时任务抓取页面，交给 AI 总结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3.  发送给担当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7. 日程生成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9728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YaHei"/>
              </a:rPr>
              <a:t>业务场景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109728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595959"/>
                </a:solidFill>
                <a:latin typeface="Microsoft YaHei"/>
              </a:rPr>
              <a:t>汇总本周日程表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29000"/>
            <a:ext cx="109728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YaHei"/>
              </a:rPr>
              <a:t>功能实现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1.  给 AI 输入提示信息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2.  汇总本周日程表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8. 审批信息总结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9728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YaHei"/>
              </a:rPr>
              <a:t>业务场景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109728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595959"/>
                </a:solidFill>
                <a:latin typeface="Microsoft YaHei"/>
              </a:rPr>
              <a:t>整理审批信息（内容或标题、发起者、进度：已审批/未审批）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29000"/>
            <a:ext cx="109728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YaHei"/>
              </a:rPr>
              <a:t>功能实现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1.  AI 汇总审批信息，按内容/标题、发起者、审批进度分类整理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YaHei"/>
              </a:rP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