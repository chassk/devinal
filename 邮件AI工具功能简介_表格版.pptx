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邮件 AI 工具（桌面端）功能简介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DD7EE"/>
                </a:solidFill>
                <a:latin typeface="Microsoft YaHei"/>
              </a:rPr>
              <a:t>功能一览（一）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3112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834640"/>
                <a:gridCol w="752551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anchor="ctr" marL="109728" marR="109728" marT="45720" marB="4572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功能</a:t>
                      </a:r>
                    </a:p>
                  </a:txBody>
                  <a:tcPr anchor="ctr" marL="109728" marR="109728" marT="45720" marB="4572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功能简述</a:t>
                      </a:r>
                    </a:p>
                  </a:txBody>
                  <a:tcPr anchor="ctr" marL="109728" marR="109728" marT="45720" marB="45720">
                    <a:solidFill>
                      <a:srgbClr val="2E75B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工作周报总结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AI 通过 RAG 检索一周邮件并总结关键事项，用户确认模板后自动发送邮件。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邮件课题整理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AI 从知识库提取课题/待办/负责人，用户确认后生成课题清单 Excel 导出。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邮件内容生成 PPT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AI 根据邮件内容与附件提取并总结信息，用户确认后自动生成汇报 PPT。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异常邮件 AI 品质调查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AI 自动检索分析异常/投诉邮件并总结调查结果，用户确认后发送给对应担当。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邮件 AI 工具（桌面端）功能简介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DD7EE"/>
                </a:solidFill>
                <a:latin typeface="Microsoft YaHei"/>
              </a:rPr>
              <a:t>功能一览（二）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3112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834640"/>
                <a:gridCol w="752551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anchor="ctr" marL="109728" marR="109728" marT="45720" marB="4572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功能</a:t>
                      </a:r>
                    </a:p>
                  </a:txBody>
                  <a:tcPr anchor="ctr" marL="109728" marR="109728" marT="45720" marB="4572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功能简述</a:t>
                      </a:r>
                    </a:p>
                  </a:txBody>
                  <a:tcPr anchor="ctr" marL="109728" marR="109728" marT="45720" marB="45720">
                    <a:solidFill>
                      <a:srgbClr val="2E75B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AI 分析后主动发邮件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AI 根据邮件自动撰写回复/报告，用户确认后主动发送。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定时网页抓取邮件共享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定时抓取指定网页（法规更新、品质证书公告等），AI 总结后发送给担当。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日程生成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根据用户输入的提示信息，AI 自动汇总生成本周日程表。</a:t>
                      </a:r>
                    </a:p>
                  </a:txBody>
                  <a:tcPr anchor="ctr" marL="109728" marR="109728" marT="45720" marB="45720">
                    <a:solidFill>
                      <a:srgbClr val="EAF1F8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B6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Microsoft YaHei"/>
                        </a:rPr>
                        <a:t>审批信息总结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</a:rPr>
                        <a:t>AI 整理审批信息，包含内容/标题、发起者及审批进度（已审批/未审批）。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